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4F893-FD1D-4A86-9B68-06A995B99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F201B7-0573-4B53-B03C-DF146FA8B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FE14F-D4B3-4D9D-9A08-5919BE2C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838F0-A541-48B1-8161-F7C4B02C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F09B6-609B-46BB-965C-DE71C957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81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ABA0D-AB9D-4746-9F89-2859675D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ABCB9-C55B-4298-9F25-2B9A11C68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7C3C4-608D-48F1-904D-B4CC4518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4BCFD-CFAB-46D9-A6EC-39D6AFDA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09E6D-89C6-422F-A3BB-A11E690E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04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01E9B-E5AB-45E3-AC59-63310CAA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12EB25-79C7-461D-BFAB-C2EE89640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AE17CD-9F26-432F-A7A6-B4CB96D4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BF019-0EFF-4B4E-92B7-435CEECE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308D93-BF2C-4D18-BB7F-DD5ECAE3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37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74E09-7D99-4AA6-B76E-DB5486BA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8D241-2EDE-499A-BE43-3290032E1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A1B5D-0994-4D58-AF2C-7AEFCD21C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22CBA6-9E83-47F0-BF6D-D7780E94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367D02-6654-4F4A-A38B-85B1D09A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CC31A-650E-4F68-82DF-074A5AE8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52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62B5A-0B49-4086-92AC-D3133679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75752-935B-47AE-ABEC-204A00E8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9A07BC-3384-4838-B28D-E4600602E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70D8EB-47FC-4E77-8216-788E7A36D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E8CA95-58A9-4487-A486-2AE29B004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6E2BF5-3392-424C-B298-D5E01E19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A020A0-E582-4D07-B3A0-89E90F2F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F5F0E5-1940-4AD5-BC8F-876C54BF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63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DEAF7-732B-4649-B481-EBF8E878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1A9EC7-D034-4B6C-BC29-8EFF669E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0DB4E4-DD71-42D7-8835-96A420FF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F9985C-0653-4D42-90A8-B0FE514C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25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0B34F7-6A07-4903-BCB2-381446DE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118621-72F9-47AA-BF8B-4AB29821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4ED1A-2602-4CBC-8673-646F86D4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27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40DC0-0937-4B56-889F-6EB7A0A7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A4A3F-A646-4DB6-A0A3-24BEE341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B6EECC-2275-4857-AC97-F260D7554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B7816-186C-48D0-92CE-0923D806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12A791-0894-4E6C-A365-A0B923A0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070368-EFEB-4A5B-8B0C-412D827ED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7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A57A0-E4AD-4D16-9628-16AF78C8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17F278-F171-4F4D-BB2A-714AFAC2B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F1FF03-CD6A-4D78-A532-B617E5BB4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EE9774-5FAB-439A-97DA-E698E88F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5F4A97-E0AF-41C7-A543-40602BB7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0301C8-52A3-4E55-AE00-92ACAB7D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0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13A6B-EDC2-43F8-95D0-BA1A11FF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ED8073-FB94-47DF-A579-BAC861F60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8B055-7D34-4B32-8B6D-1D4327FA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40B98-2FDF-4DFB-A5D8-CF2D7407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B2F0A-A952-47EE-9908-D7F04AB2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64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D3FCE1-3761-4A60-838E-B46269298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F4F64F-5045-4749-816A-E1293ADDC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ABC62-F4B3-4134-8CF1-E3E62A28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B07331-0B3F-4FA3-A4D9-08645268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74AC1-8251-44F4-9060-01F68101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69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51888F-9DFB-4C49-B6A1-4A8760E6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66EB52-042F-4B02-88C6-61B3DF35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D4D25-ACC3-4747-8644-140D8F18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3E23D-7DFC-4C38-8157-2A3F4594B65F}" type="datetimeFigureOut">
              <a:rPr lang="ko-KR" altLang="en-US" smtClean="0"/>
              <a:t>2020-07-24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CA253-4492-4FBE-8463-021D6FFF7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E4F4D-074F-4FD2-B465-FAB9CFFF9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BB910-D2FB-4D02-9B33-51B5A101C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8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21CEC8-AC12-4BB1-98CF-F0A10C86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516"/>
            <a:ext cx="1219200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48C0547-3506-47BB-A2B5-E1C4BCF7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833" y="1678094"/>
            <a:ext cx="6032023" cy="350181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A984C2-17BB-4FAA-9C79-D25C1116F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3" y="1857629"/>
            <a:ext cx="6071857" cy="314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8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김승연</dc:creator>
  <cp:lastModifiedBy>김승연</cp:lastModifiedBy>
  <cp:revision>1</cp:revision>
  <dcterms:created xsi:type="dcterms:W3CDTF">2020-07-23T20:45:56Z</dcterms:created>
  <dcterms:modified xsi:type="dcterms:W3CDTF">2020-07-23T20:48:43Z</dcterms:modified>
</cp:coreProperties>
</file>